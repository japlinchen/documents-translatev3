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2"/>
  </p:notesMasterIdLst>
  <p:sldIdLst>
    <p:sldId id="262" r:id="rId5"/>
    <p:sldId id="263" r:id="rId6"/>
    <p:sldId id="286" r:id="rId7"/>
    <p:sldId id="304" r:id="rId8"/>
    <p:sldId id="307" r:id="rId9"/>
    <p:sldId id="308" r:id="rId10"/>
    <p:sldId id="28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IVP" initials="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A83DF-6487-4850-BA95-30C34388AF8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042B5-885C-4BB2-B761-5E8FF1653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58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042B5-885C-4BB2-B761-5E8FF16533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7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042B5-885C-4BB2-B761-5E8FF16533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861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042B5-885C-4BB2-B761-5E8FF16533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98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042B5-885C-4BB2-B761-5E8FF16533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43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512AA3-2E20-47C0-BA88-04677EB499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512AA3-2E20-47C0-BA88-04677EB499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512AA3-2E20-47C0-BA88-04677EB499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512AA3-2E20-47C0-BA88-04677EB499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512AA3-2E20-47C0-BA88-04677EB499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512AA3-2E20-47C0-BA88-04677EB499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512AA3-2E20-47C0-BA88-04677EB499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512AA3-2E20-47C0-BA88-04677EB499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512AA3-2E20-47C0-BA88-04677EB499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512AA3-2E20-47C0-BA88-04677EB499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512AA3-2E20-47C0-BA88-04677EB499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6" y="135080"/>
            <a:ext cx="1114705" cy="4468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reguard.com/install/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803593" y="4178745"/>
            <a:ext cx="2682303" cy="485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MIS, 2025</a:t>
            </a:r>
          </a:p>
        </p:txBody>
      </p:sp>
      <p:sp>
        <p:nvSpPr>
          <p:cNvPr id="3" name="AutoShape 4" descr="Hướng dẫn sử dụng Microsoft Teams chi tiết - Chuyên trang Microsoft"/>
          <p:cNvSpPr>
            <a:spLocks noChangeAspect="1" noChangeArrowheads="1"/>
          </p:cNvSpPr>
          <p:nvPr/>
        </p:nvSpPr>
        <p:spPr bwMode="auto">
          <a:xfrm>
            <a:off x="155575" y="11382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Subtitle 2"/>
          <p:cNvSpPr txBox="1"/>
          <p:nvPr/>
        </p:nvSpPr>
        <p:spPr>
          <a:xfrm>
            <a:off x="0" y="2910825"/>
            <a:ext cx="12192000" cy="749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DẪN KẾT NỐI VPN WIREGUARD TRÊN PC </a:t>
            </a:r>
            <a:endParaRPr lang="vi-V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 noGrp="1"/>
          </p:cNvSpPr>
          <p:nvPr>
            <p:ph type="title"/>
          </p:nvPr>
        </p:nvSpPr>
        <p:spPr>
          <a:xfrm>
            <a:off x="1210397" y="297636"/>
            <a:ext cx="10143401" cy="5371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  <a:endParaRPr lang="zh-CN" altLang="ja-JP" sz="3200" b="1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Rounded 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22806489-5E45-47C7-93BC-55F2A6904F86}"/>
              </a:ext>
            </a:extLst>
          </p:cNvPr>
          <p:cNvSpPr/>
          <p:nvPr/>
        </p:nvSpPr>
        <p:spPr>
          <a:xfrm>
            <a:off x="1210397" y="2876551"/>
            <a:ext cx="10143402" cy="96266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2">
              <a:lnSpc>
                <a:spcPct val="90000"/>
              </a:lnSpc>
              <a:spcBef>
                <a:spcPts val="1000"/>
              </a:spcBef>
              <a:spcAft>
                <a:spcPct val="35000"/>
              </a:spcAft>
            </a:pPr>
            <a:r>
              <a:rPr lang="en-US" sz="20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CÀI ĐẶT KẾT NỐI VPN WIREGUARD TRÊN PC</a:t>
            </a:r>
            <a:endParaRPr lang="en-US" sz="2000" b="1" kern="12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Pentagon 1">
            <a:extLst>
              <a:ext uri="{FF2B5EF4-FFF2-40B4-BE49-F238E27FC236}">
                <a16:creationId xmlns:a16="http://schemas.microsoft.com/office/drawing/2014/main" id="{A6A80DF6-52E0-4431-89A9-73E89216EB64}"/>
              </a:ext>
            </a:extLst>
          </p:cNvPr>
          <p:cNvSpPr/>
          <p:nvPr/>
        </p:nvSpPr>
        <p:spPr>
          <a:xfrm>
            <a:off x="1234127" y="3128971"/>
            <a:ext cx="641684" cy="489857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EE7A8270-0A84-4CD8-B57F-C58ED09C07E6}"/>
              </a:ext>
            </a:extLst>
          </p:cNvPr>
          <p:cNvSpPr/>
          <p:nvPr/>
        </p:nvSpPr>
        <p:spPr>
          <a:xfrm>
            <a:off x="1210397" y="4250234"/>
            <a:ext cx="10143401" cy="96266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lvl="2">
              <a:lnSpc>
                <a:spcPct val="90000"/>
              </a:lnSpc>
              <a:spcBef>
                <a:spcPts val="1000"/>
              </a:spcBef>
              <a:spcAft>
                <a:spcPct val="35000"/>
              </a:spcAft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r>
              <a:rPr lang="en-US" sz="20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NỐI WIREGUARD</a:t>
            </a: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Pentagon 9">
            <a:extLst>
              <a:ext uri="{FF2B5EF4-FFF2-40B4-BE49-F238E27FC236}">
                <a16:creationId xmlns:a16="http://schemas.microsoft.com/office/drawing/2014/main" id="{4135F2D9-4835-45B4-BB4A-768AB9344A81}"/>
              </a:ext>
            </a:extLst>
          </p:cNvPr>
          <p:cNvSpPr/>
          <p:nvPr/>
        </p:nvSpPr>
        <p:spPr>
          <a:xfrm>
            <a:off x="1234127" y="4502471"/>
            <a:ext cx="641684" cy="489857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" name="Rounded 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EA9C2CE7-3FEC-88DF-6715-B5F7BB5F7753}"/>
              </a:ext>
            </a:extLst>
          </p:cNvPr>
          <p:cNvSpPr/>
          <p:nvPr/>
        </p:nvSpPr>
        <p:spPr>
          <a:xfrm>
            <a:off x="1234129" y="1245769"/>
            <a:ext cx="10143402" cy="96266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2">
              <a:lnSpc>
                <a:spcPct val="90000"/>
              </a:lnSpc>
              <a:spcBef>
                <a:spcPts val="1000"/>
              </a:spcBef>
              <a:spcAft>
                <a:spcPct val="35000"/>
              </a:spcAft>
            </a:pPr>
            <a:r>
              <a:rPr lang="en-US" sz="20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 KẾT NỐI WIREGUARD</a:t>
            </a:r>
            <a:endParaRPr lang="en-US" sz="2000" b="1" kern="12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Pentagon 1">
            <a:extLst>
              <a:ext uri="{FF2B5EF4-FFF2-40B4-BE49-F238E27FC236}">
                <a16:creationId xmlns:a16="http://schemas.microsoft.com/office/drawing/2014/main" id="{630472E3-FBB3-F08B-50D5-696D6E501D59}"/>
              </a:ext>
            </a:extLst>
          </p:cNvPr>
          <p:cNvSpPr/>
          <p:nvPr/>
        </p:nvSpPr>
        <p:spPr>
          <a:xfrm>
            <a:off x="1257859" y="1498189"/>
            <a:ext cx="641684" cy="489857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Page-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40000" y="144000"/>
            <a:ext cx="10102151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 KẾT NỐI WIREGUARD</a:t>
            </a:r>
            <a:endParaRPr lang="en-US" altLang="zh-CN" sz="2400" b="1" dirty="0">
              <a:ln w="0"/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Oval 4"/>
          <p:cNvSpPr/>
          <p:nvPr/>
        </p:nvSpPr>
        <p:spPr>
          <a:xfrm>
            <a:off x="3275146" y="5921357"/>
            <a:ext cx="457200" cy="473528"/>
          </a:xfrm>
          <a:prstGeom prst="ellipse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9442" y="5728936"/>
            <a:ext cx="38897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Khi </a:t>
            </a:r>
            <a:r>
              <a:rPr lang="en-US" altLang="zh-CN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có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yêu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cầu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sử </a:t>
            </a:r>
            <a:r>
              <a:rPr lang="en-US" altLang="zh-CN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dụng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VPN thì </a:t>
            </a:r>
            <a:r>
              <a:rPr lang="en-US" altLang="zh-CN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bộ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phận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MIS sẽ </a:t>
            </a:r>
            <a:r>
              <a:rPr lang="en-US" altLang="zh-CN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tạo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tài khoản và gửi về địa chỉ Email </a:t>
            </a:r>
            <a:r>
              <a:rPr lang="en-US" altLang="zh-CN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gồm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mã QRCODE và </a:t>
            </a:r>
            <a:r>
              <a:rPr lang="en-US" altLang="zh-CN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bộ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cài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WIREGUARD sử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trên máy tính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0C050-8571-9E6A-EF40-357AB067B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380" y="947872"/>
            <a:ext cx="7189836" cy="461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3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Page-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B1B01AD-7FB0-861D-0407-16A7252232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966" b="3173"/>
          <a:stretch/>
        </p:blipFill>
        <p:spPr>
          <a:xfrm>
            <a:off x="7569334" y="1534586"/>
            <a:ext cx="4110255" cy="32372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13FC11-9A11-1281-D8EF-819BF24DD1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12" t="20953" r="22290"/>
          <a:stretch/>
        </p:blipFill>
        <p:spPr>
          <a:xfrm>
            <a:off x="3641379" y="1534586"/>
            <a:ext cx="3663134" cy="330571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40000" y="144000"/>
            <a:ext cx="10102151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 KẾT NỐI WIREGUARD</a:t>
            </a:r>
            <a:endParaRPr lang="en-US" altLang="zh-CN" sz="2400" b="1" dirty="0">
              <a:ln w="0"/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Oval 4"/>
          <p:cNvSpPr/>
          <p:nvPr/>
        </p:nvSpPr>
        <p:spPr>
          <a:xfrm>
            <a:off x="365692" y="5730760"/>
            <a:ext cx="457200" cy="473528"/>
          </a:xfrm>
          <a:prstGeom prst="ellipse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3243434" y="5656415"/>
            <a:ext cx="457200" cy="473528"/>
          </a:xfrm>
          <a:prstGeom prst="ellipse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8004076" y="5682770"/>
            <a:ext cx="457200" cy="473528"/>
          </a:xfrm>
          <a:prstGeom prst="ellipse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740" y="5682770"/>
            <a:ext cx="2324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cập địa chỉ email đăng ký gửi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VPN</a:t>
            </a:r>
            <a:endParaRPr lang="en-US" altLang="zh-CN" sz="14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55352" y="5730760"/>
            <a:ext cx="2324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WIREGUARD</a:t>
            </a:r>
            <a:endParaRPr lang="en-US" altLang="zh-CN" sz="14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28179" y="5656415"/>
            <a:ext cx="2187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hình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kèm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trên Email</a:t>
            </a:r>
            <a:endParaRPr lang="zh-CN" altLang="en-US" sz="14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1417C22-78CC-4148-1E11-617258D18670}"/>
              </a:ext>
            </a:extLst>
          </p:cNvPr>
          <p:cNvCxnSpPr>
            <a:cxnSpLocks/>
          </p:cNvCxnSpPr>
          <p:nvPr/>
        </p:nvCxnSpPr>
        <p:spPr>
          <a:xfrm flipV="1">
            <a:off x="4283942" y="4619540"/>
            <a:ext cx="553430" cy="11112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0A0912-B781-C114-DA79-A1EA63D921DD}"/>
              </a:ext>
            </a:extLst>
          </p:cNvPr>
          <p:cNvCxnSpPr>
            <a:cxnSpLocks/>
          </p:cNvCxnSpPr>
          <p:nvPr/>
        </p:nvCxnSpPr>
        <p:spPr>
          <a:xfrm flipH="1" flipV="1">
            <a:off x="8182099" y="2220686"/>
            <a:ext cx="803280" cy="346208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7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Page-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40000" y="144000"/>
            <a:ext cx="10102151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CÀI ĐẶT KẾT NỐI VPN WIREGUARD TRÊN PC</a:t>
            </a:r>
            <a:endParaRPr lang="en-US" altLang="zh-CN" sz="2400" b="1" dirty="0">
              <a:ln w="0"/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Oval 4"/>
          <p:cNvSpPr/>
          <p:nvPr/>
        </p:nvSpPr>
        <p:spPr>
          <a:xfrm>
            <a:off x="379338" y="5528795"/>
            <a:ext cx="457200" cy="473528"/>
          </a:xfrm>
          <a:prstGeom prst="ellipse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4757032" y="5528795"/>
            <a:ext cx="457200" cy="473528"/>
          </a:xfrm>
          <a:prstGeom prst="ellipse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190" y="5406886"/>
            <a:ext cx="23246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cập </a:t>
            </a:r>
            <a:r>
              <a:rPr lang="en-US" sz="1400" dirty="0">
                <a:hlinkClick r:id="rId3"/>
              </a:rPr>
              <a:t>Installation – </a:t>
            </a:r>
            <a:r>
              <a:rPr lang="en-US" sz="1400" dirty="0" err="1">
                <a:hlinkClick r:id="rId3"/>
              </a:rPr>
              <a:t>WireGuard</a:t>
            </a:r>
            <a:r>
              <a:rPr lang="en-US" sz="1400" dirty="0"/>
              <a:t> để </a:t>
            </a:r>
            <a:r>
              <a:rPr lang="en-US" sz="1400" dirty="0" err="1"/>
              <a:t>tải</a:t>
            </a:r>
            <a:r>
              <a:rPr lang="en-US" sz="1400" dirty="0"/>
              <a:t> file cài đặt trên PC</a:t>
            </a:r>
            <a:endParaRPr lang="en-US" altLang="zh-CN" sz="14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28728" y="5651855"/>
            <a:ext cx="2324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Cài đặt file cài đặt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WireGuard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14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B4DC20-3A97-61C4-D522-115763FFD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15" y="1828800"/>
            <a:ext cx="4126618" cy="24119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A750E0-0055-510D-4CED-694A88370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076" y="1998567"/>
            <a:ext cx="3657600" cy="13335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4FCBF8CB-E902-746C-ECDD-96E0D7F7AF79}"/>
              </a:ext>
            </a:extLst>
          </p:cNvPr>
          <p:cNvGrpSpPr/>
          <p:nvPr/>
        </p:nvGrpSpPr>
        <p:grpSpPr>
          <a:xfrm>
            <a:off x="8715965" y="1861266"/>
            <a:ext cx="3066330" cy="2411928"/>
            <a:chOff x="360105" y="1186788"/>
            <a:chExt cx="5136166" cy="4040029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757A967-E2E5-BD7D-BC99-229341A14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0105" y="1202443"/>
              <a:ext cx="5136166" cy="402437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70A9D17-529E-E48A-762E-45A536233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25648" b="37982"/>
            <a:stretch/>
          </p:blipFill>
          <p:spPr>
            <a:xfrm>
              <a:off x="1795716" y="1186788"/>
              <a:ext cx="3700555" cy="1959223"/>
            </a:xfrm>
            <a:prstGeom prst="rect">
              <a:avLst/>
            </a:prstGeom>
          </p:spPr>
        </p:pic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D7E0D8C-9D81-4B56-493A-80F3B30939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00697" y="1852550"/>
              <a:ext cx="1318160" cy="136208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3DD46DE4-CA04-CBB1-C2AD-DC7F41BCC5EE}"/>
              </a:ext>
            </a:extLst>
          </p:cNvPr>
          <p:cNvSpPr/>
          <p:nvPr/>
        </p:nvSpPr>
        <p:spPr>
          <a:xfrm>
            <a:off x="8609989" y="5539454"/>
            <a:ext cx="457200" cy="473528"/>
          </a:xfrm>
          <a:prstGeom prst="ellipse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30BDB2-E7D5-F766-F13B-D492460F9769}"/>
              </a:ext>
            </a:extLst>
          </p:cNvPr>
          <p:cNvSpPr txBox="1"/>
          <p:nvPr/>
        </p:nvSpPr>
        <p:spPr>
          <a:xfrm>
            <a:off x="9245561" y="5406886"/>
            <a:ext cx="2667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tunnel(s) from file để thêm file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hình đã gửi trong email</a:t>
            </a:r>
            <a:endParaRPr lang="en-US" altLang="zh-CN" sz="14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308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Page-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40000" y="144000"/>
            <a:ext cx="10102151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NỐI WIREGUARD</a:t>
            </a:r>
            <a:endParaRPr lang="en-US" altLang="zh-CN" sz="2400" b="1" dirty="0">
              <a:ln w="0"/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Oval 4"/>
          <p:cNvSpPr/>
          <p:nvPr/>
        </p:nvSpPr>
        <p:spPr>
          <a:xfrm>
            <a:off x="456219" y="5830533"/>
            <a:ext cx="457200" cy="473528"/>
          </a:xfrm>
          <a:prstGeom prst="ellipse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701" y="5913408"/>
            <a:ext cx="2667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Chọn”Active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để kích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VPN</a:t>
            </a:r>
            <a:endParaRPr lang="en-US" altLang="zh-CN" sz="14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ED2D9B9-6F23-55DA-EAE1-576227B25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19" y="890661"/>
            <a:ext cx="5552695" cy="435983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7A50A72-2BCE-0406-1396-619BEB6FC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996" y="877186"/>
            <a:ext cx="5559631" cy="4359832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181F9535-15A3-9BB4-339A-1ED4D2CC2074}"/>
              </a:ext>
            </a:extLst>
          </p:cNvPr>
          <p:cNvSpPr/>
          <p:nvPr/>
        </p:nvSpPr>
        <p:spPr>
          <a:xfrm>
            <a:off x="7358082" y="5735530"/>
            <a:ext cx="457200" cy="473528"/>
          </a:xfrm>
          <a:prstGeom prst="ellipse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77C681-0976-6FDA-2A12-F564F78A1170}"/>
              </a:ext>
            </a:extLst>
          </p:cNvPr>
          <p:cNvSpPr txBox="1"/>
          <p:nvPr/>
        </p:nvSpPr>
        <p:spPr>
          <a:xfrm>
            <a:off x="7815282" y="5830533"/>
            <a:ext cx="2667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kích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xong</a:t>
            </a:r>
            <a:endParaRPr lang="en-US" altLang="zh-CN" sz="14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E6A2AFF-3716-29DA-FE07-5FF7981FC586}"/>
              </a:ext>
            </a:extLst>
          </p:cNvPr>
          <p:cNvCxnSpPr>
            <a:cxnSpLocks/>
          </p:cNvCxnSpPr>
          <p:nvPr/>
        </p:nvCxnSpPr>
        <p:spPr>
          <a:xfrm flipV="1">
            <a:off x="3808929" y="1757548"/>
            <a:ext cx="4432546" cy="8618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72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389326" y="2784027"/>
            <a:ext cx="9746132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d157257-a3bf-4ff5-a465-4e2defe95989">
      <Terms xmlns="http://schemas.microsoft.com/office/infopath/2007/PartnerControls"/>
    </lcf76f155ced4ddcb4097134ff3c332f>
    <TaxCatchAll xmlns="5fe9d9f8-cc4e-4bb2-9b11-9758b481ddc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03BE9727992A24479AC7469DEEDEA94C" ma:contentTypeVersion="18" ma:contentTypeDescription="建立新的文件。" ma:contentTypeScope="" ma:versionID="e95b5fe4a4161eb9b79a391654456348">
  <xsd:schema xmlns:xsd="http://www.w3.org/2001/XMLSchema" xmlns:xs="http://www.w3.org/2001/XMLSchema" xmlns:p="http://schemas.microsoft.com/office/2006/metadata/properties" xmlns:ns2="9d157257-a3bf-4ff5-a465-4e2defe95989" xmlns:ns3="5fe9d9f8-cc4e-4bb2-9b11-9758b481ddc1" targetNamespace="http://schemas.microsoft.com/office/2006/metadata/properties" ma:root="true" ma:fieldsID="608e607c48a6979ed33702500e6caec1" ns2:_="" ns3:_="">
    <xsd:import namespace="9d157257-a3bf-4ff5-a465-4e2defe95989"/>
    <xsd:import namespace="5fe9d9f8-cc4e-4bb2-9b11-9758b481dd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157257-a3bf-4ff5-a465-4e2defe95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影像標籤" ma:readOnly="false" ma:fieldId="{5cf76f15-5ced-4ddc-b409-7134ff3c332f}" ma:taxonomyMulti="true" ma:sspId="f4cab4e9-b41f-4aee-96b1-c1b3b1261b9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9f8-cc4e-4bb2-9b11-9758b481ddc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4bd9be1-660a-4bc7-baff-f2d1738c4dfe}" ma:internalName="TaxCatchAll" ma:showField="CatchAllData" ma:web="5fe9d9f8-cc4e-4bb2-9b11-9758b481dd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2AADFC-F93B-465B-824C-523A157FB217}">
  <ds:schemaRefs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documentManagement/types"/>
    <ds:schemaRef ds:uri="5fe9d9f8-cc4e-4bb2-9b11-9758b481ddc1"/>
    <ds:schemaRef ds:uri="9d157257-a3bf-4ff5-a465-4e2defe95989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F676AC8-80D1-4D1E-8E40-73CC10E09A66}">
  <ds:schemaRefs/>
</ds:datastoreItem>
</file>

<file path=customXml/itemProps3.xml><?xml version="1.0" encoding="utf-8"?>
<ds:datastoreItem xmlns:ds="http://schemas.openxmlformats.org/officeDocument/2006/customXml" ds:itemID="{5ED09E73-EB36-4DBB-B389-EE800CD793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157257-a3bf-4ff5-a465-4e2defe95989"/>
    <ds:schemaRef ds:uri="5fe9d9f8-cc4e-4bb2-9b11-9758b481dd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7229</TotalTime>
  <Words>183</Words>
  <Application>Microsoft Office PowerPoint</Application>
  <PresentationFormat>Widescreen</PresentationFormat>
  <Paragraphs>36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Arial</vt:lpstr>
      <vt:lpstr>Calibri</vt:lpstr>
      <vt:lpstr>Times New Roman</vt:lpstr>
      <vt:lpstr>Office Theme</vt:lpstr>
      <vt:lpstr>PowerPoint Presentation</vt:lpstr>
      <vt:lpstr>NỘI DUNG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HAIVP</dc:creator>
  <cp:lastModifiedBy>Pham The Hung</cp:lastModifiedBy>
  <cp:revision>187</cp:revision>
  <dcterms:created xsi:type="dcterms:W3CDTF">2019-05-31T01:49:00Z</dcterms:created>
  <dcterms:modified xsi:type="dcterms:W3CDTF">2025-11-24T00:39:14Z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0x01010003BE9727992A24479AC7469DEEDEA94C</vt:lpwstr>
  </property>
  <property fmtid="{D5CDD505-2E9C-101B-9397-08002B2CF9AE}" pid="3" name="ICV">
    <vt:lpwstr>E060DDC8E7B8478C9186B1F199158395_12</vt:lpwstr>
  </property>
  <property fmtid="{D5CDD505-2E9C-101B-9397-08002B2CF9AE}" pid="4" name="KSOProductBuildVer">
    <vt:lpwstr>1033-12.2.0.19307</vt:lpwstr>
  </property>
  <property fmtid="{D5CDD505-2E9C-101B-9397-08002B2CF9AE}" pid="5" name="MediaServiceImageTags">
    <vt:lpwstr/>
  </property>
</Properties>
</file>